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embeddedFontLst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大家好，我汇报的题目是《视觉手势驱动的四自由度机械臂控制系统》。项目由 arm 基础控制程序和 arm_eye 视觉控制扩展组成。接下来我将从项目演进、系统实现、安全机制和测试结果四个方面进行说明。建议用时：35秒。</a:t>
            </a:r>
          </a:p>
          <a:p/>
          <a:p>
            <a:r>
              <a:t>[Sources]</a:t>
            </a:r>
          </a:p>
          <a:p>
            <a:r>
              <a:t>- /Users/silverbrick/Documents/ChatGPT/arm_eye/src/main.cpp</a:t>
            </a:r>
          </a:p>
          <a:p>
            <a:r>
              <a:t>- /Users/silverbrick/Documents/PlatformIO/Projects/arm/src/main.cpp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这两个项目是继承关系。arm 首先完成四轴安全控制、动作录制和回放；arm_eye 不改动 arm，而是在其可靠控制基础上增加视觉识别和串口命令层。核心变化是把输入方式从机械电位器扩展成自然手势。建议用时：55秒。</a:t>
            </a:r>
          </a:p>
          <a:p/>
          <a:p>
            <a:r>
              <a:t>[Sources]</a:t>
            </a:r>
          </a:p>
          <a:p>
            <a:r>
              <a:t>- /Users/silverbrick/Documents/PlatformIO/Projects/arm/src/main.cpp</a:t>
            </a:r>
          </a:p>
          <a:p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arm 项目的价值是先把底层控制做稳。四个关节分别采集电位器信号并驱动舵机；每个关节都有安全角度限制。按钮支持录制和回放，而且记录的是完整过程，不只是起止角度，因此能保留动作轨迹。建议用时：60秒。</a:t>
            </a:r>
          </a:p>
          <a:p/>
          <a:p>
            <a:r>
              <a:t>[Sources]</a:t>
            </a:r>
          </a:p>
          <a:p>
            <a:r>
              <a:t>- /Users/silverbrick/Documents/PlatformIO/Projects/arm/src/main.cpp:13</a:t>
            </a:r>
          </a:p>
          <a:p>
            <a:r>
              <a:t>- /Users/silverbrick/Documents/PlatformIO/Projects/arm/src/main.cpp:27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arm_eye 形成了一条完整链路</a:t>
            </a:r>
            <a:r>
              <a:rPr lang="en-US"/>
              <a:t>，iPhone</a:t>
            </a:r>
            <a:r>
              <a:t>摄像头负责采集，MediaPipe 输出手势类别和置信度，Python 程序经过稳定性判断后发送单字符命令，ESP32 再执行对应的关节动作。识别与固件分层，问题可以在摄像头、串口或舵机任一层单独定位。建议用时：65秒。</a:t>
            </a:r>
          </a:p>
          <a:p/>
          <a:p>
            <a:r>
              <a:t>[Sources]</a:t>
            </a:r>
          </a:p>
          <a:p>
            <a:r>
              <a:t>- /Users/silverbrick/Documents/ChatGPT/arm_eye/gesture_control/gesture_control.py</a:t>
            </a:r>
          </a:p>
          <a:p>
            <a:r>
              <a:t>- /Users/silverbrick/Documents/ChatGPT/arm_eye/src/main.cpp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四个关节使用独立的模拟输入和 PWM 输出。安全范围直接沿用 arm 项目的校准结果，避免视觉指令使舵机越界。抓取动作中，J2 固定在实测稳定值 78 度，减少其他关节动作时的姿态漂移。建议用时：55秒。</a:t>
            </a:r>
          </a:p>
          <a:p/>
          <a:p>
            <a:r>
              <a:t>[Sources]</a:t>
            </a:r>
          </a:p>
          <a:p>
            <a:r>
              <a:t>- /Users/silverbrick/Documents/ChatGPT/arm_eye/src/main.cpp:8</a:t>
            </a:r>
          </a:p>
          <a:p>
            <a:r>
              <a:t>- /Users/silverbrick/Documents/ChatGPT/arm_eye/src/main.cpp:53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只响应五种明确手势。张开手掌是待机和松开；握拳触发抓取轨迹；食指向上控制抬升；拇指向下执行抬升的反动作；胜利手势控制底座旋转。每个动作都能解释到具体关节，因此便于校准和答辩演示。建议用时：70秒。</a:t>
            </a:r>
          </a:p>
          <a:p/>
          <a:p>
            <a:r>
              <a:t>[Sources]</a:t>
            </a:r>
          </a:p>
          <a:p>
            <a:r>
              <a:t>- /Users/silverbrick/Documents/ChatGPT/arm_eye/gesture_control/gesture_control.py:28</a:t>
            </a:r>
          </a:p>
          <a:p>
            <a:r>
              <a:t>- /Users/silverbrick/Documents/ChatGPT/arm_eye/src/main.cpp:334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视觉识别存在瞬时误判，因此我设计了两级过滤：先检查 0.65 的置信度，再要求同一手势连续稳定 4 帧。进入固件后仍受安全角度和每周期 2 度的限速约束。如果出现异常，长按 GPIO13 两秒，四个关节会平滑回到 90 度。建议用时：65秒。</a:t>
            </a:r>
          </a:p>
          <a:p/>
          <a:p>
            <a:r>
              <a:t>[Sources]</a:t>
            </a:r>
          </a:p>
          <a:p>
            <a:r>
              <a:t>- /Users/silverbrick/Documents/ChatGPT/arm_eye/gesture_control/gesture_control.py:21</a:t>
            </a:r>
          </a:p>
          <a:p>
            <a:r>
              <a:t>- /Users/silverbrick/Documents/ChatGPT/arm_eye/src/main.cpp:33</a:t>
            </a:r>
          </a:p>
          <a:p>
            <a:r>
              <a:t>- /Users/silverbrick/Documents/ChatGPT/arm_eye/src/main.cpp:40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项目不仅能运行，也做了可重复验证。Python 识别状态机共有 17 项单元测试并全部通过；最近一次 ESP32 构建中，RAM 占用约 9.7%，Flash 占用约 22.5%，资源余量充足。双击启动器后会自动烧录并启动摄像头识别，降低现场演示步骤。建议用时：60秒。</a:t>
            </a:r>
          </a:p>
          <a:p/>
          <a:p>
            <a:r>
              <a:t>[Sources]</a:t>
            </a:r>
          </a:p>
          <a:p>
            <a:r>
              <a:t>- /Users/silverbrick/Documents/ChatGPT/arm_eye/gesture_control/tests/test_gesture_control.py</a:t>
            </a:r>
          </a:p>
          <a:p>
            <a:r>
              <a:t>- /Users/silverbrick/Documents/ChatGPT/arm_eye/platformio.ini</a:t>
            </a:r>
          </a:p>
          <a:p>
            <a:r>
              <a:t>- /Users/silverbrick/Documents/ChatGPT/arm_eye/scripts/open_camera_after_upload.py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时建议用一分钟完成现场演示：启动、展示识别标签，再按风险从低到高演示待机、升降、旋转和抓取，最后长按复位。当前主要限制不在识别链路，而在机械夹爪的结构、摩擦力和抓取轨迹时长。下一步优先压缩轨迹并加入视觉目标定位或力反馈。建议用时：65秒。</a:t>
            </a:r>
          </a:p>
          <a:p/>
          <a:p>
            <a:r>
              <a:t>[Sources]</a:t>
            </a:r>
          </a:p>
          <a:p>
            <a:r>
              <a:t>- /Users/silverbrick/Documents/ChatGPT/arm_eye/src/gesture_trajectories.h</a:t>
            </a:r>
          </a:p>
          <a:p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总结来说，arm 完成了机械臂可靠控制的</a:t>
            </a:r>
            <a:r>
              <a:rPr lang="zh-CN"/>
              <a:t>基础</a:t>
            </a:r>
            <a:r>
              <a:t>，arm_eye 在此基础上实现了从视觉识别到安全执行的完整闭环。项目已经具备可演示、可测试和可继续扩展的工程基础。我的汇报结束，谢谢各位老师，请批评指正。建议用时：35秒。</a:t>
            </a:r>
          </a:p>
          <a:p/>
          <a:p>
            <a:r>
              <a:t>[Sources]</a:t>
            </a:r>
          </a:p>
          <a:p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2000"/>
              </a:lnSpc>
              <a:buNone/>
              <a:defRPr sz="6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3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视觉手势驱动的
</a:t>
            </a:r>
            <a:r>
              <a:rPr sz="43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四自由度机械臂控制系统</a:t>
            </a:r>
            <a:endParaRPr sz="43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25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75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arm 与 arm_eye 项目答辩
</a:t>
            </a:r>
            <a:r>
              <a:rPr sz="1575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答辩人：</a:t>
            </a:r>
            <a:r>
              <a:rPr lang="zh-CN" sz="1575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姜定鑫</a:t>
            </a:r>
            <a:r>
              <a:rPr sz="1575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   2026年8月</a:t>
            </a:r>
            <a:r>
              <a:rPr lang="en-US" sz="1575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27</a:t>
            </a:r>
            <a:r>
              <a:rPr lang="zh-CN" altLang="en-US" sz="1575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日</a:t>
            </a:r>
            <a:endParaRPr lang="zh-CN" altLang="en-US" sz="1575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PROJECT DEFENSE · 10 MIN</a:t>
            </a:r>
            <a:endParaRPr sz="15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0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9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  从示教复现到自然交互</a:t>
            </a:r>
            <a:endParaRPr sz="29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Google-Shape-534-p58-4"/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arm｜基础控制</a:t>
            </a:r>
            <a:endParaRPr sz="22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电位器实时映射四个舵机
按钮完成动作录制与回放
解决“机械臂如何稳定运动”</a:t>
            </a:r>
            <a:endParaRPr sz="15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Content-Placeholder-3-5"/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arm_eye｜视觉扩展</a:t>
            </a:r>
            <a:endParaRPr sz="22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电脑</a:t>
            </a:r>
            <a:r>
              <a:rPr lang="zh-CN"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连接手机</a:t>
            </a: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摄像头识别手势
串口发送动作指令给 ESP32
解决“人如何更自然地控制机械臂”</a:t>
            </a:r>
            <a:endParaRPr sz="15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accent-evolution"/>
          <p:cNvSpPr>
            <a:spLocks noGrp="1"/>
          </p:cNvSpPr>
          <p:nvPr/>
        </p:nvSpPr>
        <p:spPr>
          <a:xfrm>
            <a:off x="393668" y="1466850"/>
            <a:ext cx="74295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0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9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  arm 项目：建立可靠的四轴控制底座</a:t>
            </a:r>
            <a:endParaRPr sz="29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四关节同步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J1–J4 分别读取电位器，并驱动对应舵机。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安全角度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J1：30–150°；J2/J3/J4：60–160°。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示教录制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按钮</a:t>
            </a: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单击开始或停止，保存完整运动过程。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动作回放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双击按钮按记录帧顺序复现机械臂动作。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accent-arm"/>
          <p:cNvSpPr>
            <a:spLocks noGrp="1"/>
          </p:cNvSpPr>
          <p:nvPr/>
        </p:nvSpPr>
        <p:spPr>
          <a:xfrm>
            <a:off x="393668" y="1466850"/>
            <a:ext cx="74295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10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9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  arm_eye：构建“看见—判断—执行”闭环</a:t>
            </a:r>
            <a:endParaRPr sz="29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Content-Placeholder-10-4"/>
          <p:cNvSpPr>
            <a:spLocks noGrp="1"/>
          </p:cNvSpPr>
          <p:nvPr/>
        </p:nvSpPr>
        <p:spPr>
          <a:xfrm>
            <a:off x="6972300" y="23748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6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OpenCV 读取</a:t>
            </a:r>
            <a:r>
              <a:rPr lang="zh-CN" sz="146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手机</a:t>
            </a:r>
            <a:r>
              <a:rPr sz="146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摄像头画面</a:t>
            </a:r>
            <a:endParaRPr sz="146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4851368" y="23748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 采集</a:t>
            </a:r>
            <a:endParaRPr sz="172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ontent-Placeholder-10-6"/>
          <p:cNvSpPr>
            <a:spLocks noGrp="1"/>
          </p:cNvSpPr>
          <p:nvPr/>
        </p:nvSpPr>
        <p:spPr>
          <a:xfrm>
            <a:off x="6972300" y="33654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6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MediaPipe GestureRecognizer 输出类别与置信度</a:t>
            </a:r>
            <a:endParaRPr sz="146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4851368" y="33654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 识别</a:t>
            </a:r>
            <a:endParaRPr sz="172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Content-Placeholder-10-8"/>
          <p:cNvSpPr>
            <a:spLocks noGrp="1"/>
          </p:cNvSpPr>
          <p:nvPr/>
        </p:nvSpPr>
        <p:spPr>
          <a:xfrm>
            <a:off x="6972300" y="43560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6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PySerial 将单字符命令发送到固定端口</a:t>
            </a:r>
            <a:endParaRPr sz="146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Content-Placeholder-10-9"/>
          <p:cNvSpPr>
            <a:spLocks noGrp="1"/>
          </p:cNvSpPr>
          <p:nvPr/>
        </p:nvSpPr>
        <p:spPr>
          <a:xfrm>
            <a:off x="4851368" y="43560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 通信</a:t>
            </a:r>
            <a:endParaRPr sz="172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Content-Placeholder-10-10"/>
          <p:cNvSpPr>
            <a:spLocks noGrp="1"/>
          </p:cNvSpPr>
          <p:nvPr/>
        </p:nvSpPr>
        <p:spPr>
          <a:xfrm>
            <a:off x="6972300" y="5359432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6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ESP32 将指令转换为安全、平滑的舵机运动</a:t>
            </a:r>
            <a:endParaRPr sz="146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Content-Placeholder-10-11"/>
          <p:cNvSpPr>
            <a:spLocks noGrp="1"/>
          </p:cNvSpPr>
          <p:nvPr/>
        </p:nvSpPr>
        <p:spPr>
          <a:xfrm>
            <a:off x="4851368" y="5359432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 执行</a:t>
            </a:r>
            <a:endParaRPr sz="172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Google-Shape-534-p58-12"/>
          <p:cNvSpPr>
            <a:spLocks noGrp="1"/>
          </p:cNvSpPr>
          <p:nvPr/>
        </p:nvSpPr>
        <p:spPr>
          <a:xfrm>
            <a:off x="393668" y="2374868"/>
            <a:ext cx="3568732" cy="3619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控制链路</a:t>
            </a:r>
            <a:endParaRPr sz="22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MacBook </a:t>
            </a:r>
            <a:r>
              <a:rPr lang="zh-CN" sz="17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</a:t>
            </a:r>
            <a:r>
              <a:rPr lang="en-US" altLang="zh-CN" sz="17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iPhone</a:t>
            </a:r>
            <a:r>
              <a:rPr lang="zh-CN" altLang="en-US" sz="17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后置</a:t>
            </a:r>
            <a:r>
              <a:rPr sz="17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摄像头
→ MediaPipe
→ 串口命令
→ ESP32
→ 四轴机械臂</a:t>
            </a:r>
            <a:endParaRPr sz="172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识别与执行解耦，便于独立调试。</a:t>
            </a:r>
            <a:endParaRPr sz="135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accent-architecture"/>
          <p:cNvSpPr>
            <a:spLocks noGrp="1"/>
          </p:cNvSpPr>
          <p:nvPr/>
        </p:nvSpPr>
        <p:spPr>
          <a:xfrm>
            <a:off x="393668" y="1466850"/>
            <a:ext cx="74295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</a:t>
            </a:r>
            <a:endParaRPr sz="10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9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  硬件映射与关节校准</a:t>
            </a:r>
            <a:endParaRPr sz="29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J1｜底座旋转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电位器 GPIO34 · 舵机 GPIO18
安全范围 30–150°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J2｜姿态稳定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电位器 GPIO35 · 舵机 GPIO5
G 动作中固定为 78°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J3｜抬升关节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电位器 GPIO32 · 舵机 GPIO17
安全范围 60–160°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J4｜末端夹爪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电位器 GPIO33 · 舵机 GPIO16
安全范围 60–160°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accent-hardware"/>
          <p:cNvSpPr>
            <a:spLocks noGrp="1"/>
          </p:cNvSpPr>
          <p:nvPr/>
        </p:nvSpPr>
        <p:spPr>
          <a:xfrm>
            <a:off x="393668" y="1466850"/>
            <a:ext cx="74295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06</a:t>
            </a:r>
            <a:endParaRPr sz="10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9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  五种手势映射为可解释动作</a:t>
            </a:r>
            <a:endParaRPr sz="29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Content-Placeholder-10-4"/>
          <p:cNvSpPr>
            <a:spLocks noGrp="1"/>
          </p:cNvSpPr>
          <p:nvPr/>
        </p:nvSpPr>
        <p:spPr>
          <a:xfrm>
            <a:off x="6972300" y="23748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G｜J4 </a:t>
            </a:r>
            <a:r>
              <a:rPr lang="zh-CN"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控制</a:t>
            </a:r>
            <a:r>
              <a:rPr lang="zh-CN"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爪夹关闭</a:t>
            </a:r>
            <a:endParaRPr lang="zh-CN"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4851368" y="23748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Closed_Fist</a:t>
            </a:r>
            <a:endParaRPr sz="157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ontent-Placeholder-10-6"/>
          <p:cNvSpPr>
            <a:spLocks noGrp="1"/>
          </p:cNvSpPr>
          <p:nvPr/>
        </p:nvSpPr>
        <p:spPr>
          <a:xfrm>
            <a:off x="6972300" y="33654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U｜J3 以当前位置为基准逆时针 15°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4851368" y="33654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Pointing_Up</a:t>
            </a:r>
            <a:endParaRPr sz="157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Content-Placeholder-10-8"/>
          <p:cNvSpPr>
            <a:spLocks noGrp="1"/>
          </p:cNvSpPr>
          <p:nvPr/>
        </p:nvSpPr>
        <p:spPr>
          <a:xfrm>
            <a:off x="6972300" y="43560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D｜U 的反动作，J3 顺时针 15°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Content-Placeholder-10-9"/>
          <p:cNvSpPr>
            <a:spLocks noGrp="1"/>
          </p:cNvSpPr>
          <p:nvPr/>
        </p:nvSpPr>
        <p:spPr>
          <a:xfrm>
            <a:off x="4851368" y="43560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Thumb_Down</a:t>
            </a:r>
            <a:endParaRPr sz="157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Content-Placeholder-10-10"/>
          <p:cNvSpPr>
            <a:spLocks noGrp="1"/>
          </p:cNvSpPr>
          <p:nvPr/>
        </p:nvSpPr>
        <p:spPr>
          <a:xfrm>
            <a:off x="6972300" y="5359432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R｜J1 控制底座旋转到预设安全位置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Content-Placeholder-10-11"/>
          <p:cNvSpPr>
            <a:spLocks noGrp="1"/>
          </p:cNvSpPr>
          <p:nvPr/>
        </p:nvSpPr>
        <p:spPr>
          <a:xfrm>
            <a:off x="4851368" y="5359432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Victory</a:t>
            </a:r>
            <a:endParaRPr sz="157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Google-Shape-534-p58-12"/>
          <p:cNvSpPr>
            <a:spLocks noGrp="1"/>
          </p:cNvSpPr>
          <p:nvPr/>
        </p:nvSpPr>
        <p:spPr>
          <a:xfrm>
            <a:off x="393668" y="2374868"/>
            <a:ext cx="3568732" cy="3619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Open_Palm → S</a:t>
            </a:r>
            <a:endParaRPr sz="21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待机 / 松开
J4 调整到最大安全角 160°
其他关节保持</a:t>
            </a:r>
            <a:endParaRPr sz="157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无手 10 帧后也自动发送 S。</a:t>
            </a:r>
            <a:endParaRPr sz="135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accent-gestures"/>
          <p:cNvSpPr>
            <a:spLocks noGrp="1"/>
          </p:cNvSpPr>
          <p:nvPr/>
        </p:nvSpPr>
        <p:spPr>
          <a:xfrm>
            <a:off x="393668" y="1466850"/>
            <a:ext cx="74295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07</a:t>
            </a:r>
            <a:endParaRPr sz="10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9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06  安全性：识别过滤 + 运动约束</a:t>
            </a:r>
            <a:endParaRPr sz="29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置信度门槛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识别置信度 ≥ 0.65 才进入候选状态。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连续帧确认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同一手势稳定 4 帧后才发送命令。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平滑限速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每 20 ms 最大变化 2°，减少舵机突跳。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硬件复位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按钮</a:t>
            </a:r>
            <a:r>
              <a:rPr sz="139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长按 2 秒，四轴平滑回到 90°。</a:t>
            </a:r>
            <a:endParaRPr sz="139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accent-safety"/>
          <p:cNvSpPr>
            <a:spLocks noGrp="1"/>
          </p:cNvSpPr>
          <p:nvPr/>
        </p:nvSpPr>
        <p:spPr>
          <a:xfrm>
            <a:off x="393668" y="1466850"/>
            <a:ext cx="74295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Rounded-Rectangle-5-1"/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2" name="Rounded-Rectangle-6-2"/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3" name="Rounded-Rectangle-7-3"/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4" name="Slide-Number-Placeholder-1-4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08</a:t>
            </a:r>
            <a:endParaRPr sz="10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Title-2-5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9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07  工程验证：可构建、可测试、可一键运行</a:t>
            </a:r>
            <a:endParaRPr sz="29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Content-Placeholder-9-6"/>
          <p:cNvSpPr>
            <a:spLocks noGrp="1"/>
          </p:cNvSpPr>
          <p:nvPr/>
        </p:nvSpPr>
        <p:spPr>
          <a:xfrm>
            <a:off x="70237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Python 单元测试
全部通过</a:t>
            </a:r>
            <a:endParaRPr sz="15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Content-Placeholder-10-7"/>
          <p:cNvSpPr>
            <a:spLocks noGrp="1"/>
          </p:cNvSpPr>
          <p:nvPr/>
        </p:nvSpPr>
        <p:spPr>
          <a:xfrm>
            <a:off x="8541830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ESP32 Flash
占用率</a:t>
            </a:r>
            <a:endParaRPr sz="15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Content-Placeholder-11-8"/>
          <p:cNvSpPr>
            <a:spLocks noGrp="1"/>
          </p:cNvSpPr>
          <p:nvPr/>
        </p:nvSpPr>
        <p:spPr>
          <a:xfrm>
            <a:off x="462124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ESP32 RAM
占用率</a:t>
            </a:r>
            <a:endParaRPr sz="15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Content-Placeholder-9-9"/>
          <p:cNvSpPr>
            <a:spLocks noGrp="1"/>
          </p:cNvSpPr>
          <p:nvPr/>
        </p:nvSpPr>
        <p:spPr>
          <a:xfrm>
            <a:off x="70237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0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17</a:t>
            </a:r>
            <a:endParaRPr sz="40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Content-Placeholder-9-10"/>
          <p:cNvSpPr>
            <a:spLocks noGrp="1"/>
          </p:cNvSpPr>
          <p:nvPr/>
        </p:nvSpPr>
        <p:spPr>
          <a:xfrm>
            <a:off x="4612958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0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9.7%</a:t>
            </a:r>
            <a:endParaRPr sz="40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Content-Placeholder-9-11"/>
          <p:cNvSpPr>
            <a:spLocks noGrp="1"/>
          </p:cNvSpPr>
          <p:nvPr/>
        </p:nvSpPr>
        <p:spPr>
          <a:xfrm>
            <a:off x="856240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0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22.5%</a:t>
            </a:r>
            <a:endParaRPr sz="40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Content-Placeholder-15-12"/>
          <p:cNvSpPr>
            <a:spLocks noGrp="1"/>
          </p:cNvSpPr>
          <p:nvPr/>
        </p:nvSpPr>
        <p:spPr>
          <a:xfrm>
            <a:off x="393668" y="1476375"/>
            <a:ext cx="11404568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验证结论</a:t>
            </a:r>
            <a:endParaRPr sz="16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1.</a:t>
            </a: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固件通过 PlatformIO 构建；</a:t>
            </a:r>
            <a:endParaRPr sz="15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</a:t>
            </a: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识别逻辑有自动化测试；</a:t>
            </a:r>
            <a:endParaRPr sz="15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3.</a:t>
            </a: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macOS 启动器</a:t>
            </a:r>
            <a:r>
              <a:rPr lang="en-US"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app</a:t>
            </a: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</a:t>
            </a:r>
            <a:r>
              <a:rPr lang="zh-CN"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一键</a:t>
            </a:r>
            <a:r>
              <a:rPr sz="15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完成烧录并自动开启摄像头识别。</a:t>
            </a:r>
            <a:endParaRPr sz="15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09</a:t>
            </a:r>
            <a:endParaRPr sz="100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9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08  现场演示路径与后续优化</a:t>
            </a:r>
            <a:endParaRPr sz="29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Google-Shape-534-p58-4"/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演示路径｜约 60 秒</a:t>
            </a:r>
            <a:endParaRPr sz="217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1. 双击启动器并完成烧录
2. 摄像头显示识别标签
3. 依次演示 S、U/D、R、G
4. 长按按钮完成安全复位</a:t>
            </a:r>
            <a:endParaRPr sz="142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Content-Placeholder-3-5"/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当前限制｜可继续迭代</a:t>
            </a:r>
            <a:endParaRPr sz="2175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抓取效果受夹爪结构与摩擦力影响
依赖摄像头权限</a:t>
            </a:r>
            <a:r>
              <a:rPr lang="en-US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、</a:t>
            </a:r>
            <a:r>
              <a:rPr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固定串口</a:t>
            </a:r>
            <a:r>
              <a:rPr lang="zh-CN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以及外部设备</a:t>
            </a:r>
            <a:r>
              <a:rPr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
下一步：</a:t>
            </a:r>
            <a:r>
              <a:rPr lang="zh-CN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改进机械结构达到更理想的抓取</a:t>
            </a:r>
            <a:r>
              <a:rPr lang="zh-CN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效果</a:t>
            </a:r>
            <a:endParaRPr lang="zh-CN" sz="142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altLang="zh-CN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             </a:t>
            </a:r>
            <a:r>
              <a:rPr lang="zh-CN" altLang="en-US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添加</a:t>
            </a:r>
            <a:r>
              <a:rPr lang="zh-CN" altLang="en-US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自带摄像头</a:t>
            </a:r>
            <a:endParaRPr lang="zh-CN" altLang="en-US" sz="142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altLang="zh-CN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             </a:t>
            </a:r>
            <a:r>
              <a:rPr lang="zh-CN" altLang="en-US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单片机联网调用</a:t>
            </a:r>
            <a:r>
              <a:rPr lang="en-US" altLang="zh-CN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api，</a:t>
            </a:r>
            <a:r>
              <a:rPr lang="zh-CN" altLang="en-US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去除对</a:t>
            </a:r>
            <a:r>
              <a:rPr lang="zh-CN" altLang="en-US" sz="1425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外部设备的依赖</a:t>
            </a:r>
            <a:endParaRPr lang="zh-CN" altLang="en-US" sz="1425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accent-demo"/>
          <p:cNvSpPr>
            <a:spLocks noGrp="1"/>
          </p:cNvSpPr>
          <p:nvPr/>
        </p:nvSpPr>
        <p:spPr>
          <a:xfrm>
            <a:off x="393668" y="1466850"/>
            <a:ext cx="742950" cy="762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2000"/>
              </a:lnSpc>
              <a:buNone/>
              <a:defRPr sz="6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从可靠控制，
</a:t>
            </a:r>
            <a:r>
              <a:rPr sz="4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走向自然交互。</a:t>
            </a:r>
            <a:endParaRPr sz="4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arm：安全、录制、回放</a:t>
            </a:r>
            <a:endParaRPr sz="165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0">
                <a:solidFill>
                  <a:srgbClr val="5F636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arm_eye：视觉、串口、手势闭环</a:t>
            </a:r>
            <a:endParaRPr sz="1650" b="0">
              <a:solidFill>
                <a:srgbClr val="5F6368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谢谢各位老师，请提问。</a:t>
            </a:r>
            <a:endParaRPr sz="16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CONCLUSION</a:t>
            </a:r>
            <a:endParaRPr sz="15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1468</Words>
  <Application>WPS 演示</Application>
  <PresentationFormat>Converted Presentation</PresentationFormat>
  <Paragraphs>153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Helvetica Neue</vt:lpstr>
      <vt:lpstr>宋体</vt:lpstr>
      <vt:lpstr>宋体-简</vt:lpstr>
      <vt:lpstr>微软雅黑</vt:lpstr>
      <vt:lpstr>汉仪旗黑</vt:lpstr>
      <vt:lpstr>Arial Unicode MS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昵称</cp:lastModifiedBy>
  <cp:revision>1</cp:revision>
  <dcterms:created xsi:type="dcterms:W3CDTF">2026-08-26T15:29:22Z</dcterms:created>
  <dcterms:modified xsi:type="dcterms:W3CDTF">2026-08-26T15:29:22Z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7D23B70DE51ADFDA52068F6A50D29D47_42</vt:lpwstr>
  </property>
</Properties>
</file>